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38912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ENTIDAD-RELACIÓN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gestión de una biblioteca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base de datos: del problema real al diagrama entidad-relación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D85A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548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Matias Cordova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Maldonado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Fabrizio Arata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Rojas (el Nacho)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AF3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corto para modelar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2788920"/>
          </a:xfrm>
          <a:prstGeom prst="roundRect">
            <a:avLst>
              <a:gd name="adj" fmla="val 3934"/>
            </a:avLst>
          </a:prstGeom>
          <a:solidFill>
            <a:srgbClr val="EAF3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10424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biblioteca municipal “José Hernández” quiere reemplazar su cuaderno de préstamos por un sistema informático. Los vecinos se anotan como socios dando su nombre, email y fecha de alta. El catálogo tiene libros, cada uno escrito por un autor, con su género y stock disponible. Cuando un socio retira un libro, la bibliotecaria anota la fecha de préstamo y, al devolverlo, la fecha de devolución. Un socio puede retirar muchos libros a lo largo del año, y un mismo libro puede prestarse muchas veces (a distintos socios, en distintos momentos). Cada autor, por su parte, puede tener varios libros publicados en el catálogo.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Consigna: identificar entidades, atributos, claves y relaciones (con sus cardinalidades) y representarlas en un diagrama E-R.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datos — Sistema de biblioteca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AF3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1 — Identificar entidades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965960"/>
            <a:ext cx="2276856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96596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5176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que se registra y retira libros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4251960"/>
            <a:ext cx="2203704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434340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primaria
</a:t>
            </a: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id_socio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1295C"/>
          </a:solidFill>
          <a:ln/>
        </p:spPr>
      </p:sp>
      <p:sp>
        <p:nvSpPr>
          <p:cNvPr id="11" name="Shape 9"/>
          <p:cNvSpPr/>
          <p:nvPr/>
        </p:nvSpPr>
        <p:spPr>
          <a:xfrm>
            <a:off x="3547872" y="1965960"/>
            <a:ext cx="2276856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47872" y="196596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265176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ejemplar disponible en el catálogo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584448" y="4251960"/>
            <a:ext cx="2203704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84448" y="434340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primaria
</a:t>
            </a: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id_libro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129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2512" y="1965960"/>
            <a:ext cx="2276856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82512" y="196596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265176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escribió el libro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19088" y="4251960"/>
            <a:ext cx="2203704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9088" y="434340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primaria
</a:t>
            </a: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id_autor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256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1295C"/>
          </a:solidFill>
          <a:ln/>
        </p:spPr>
      </p:sp>
      <p:sp>
        <p:nvSpPr>
          <p:cNvPr id="23" name="Shape 21"/>
          <p:cNvSpPr/>
          <p:nvPr/>
        </p:nvSpPr>
        <p:spPr>
          <a:xfrm>
            <a:off x="9217152" y="1965960"/>
            <a:ext cx="2276856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17152" y="196596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PRESTAMO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53728" y="265176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hecho de que un socio retira un libro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253728" y="4251960"/>
            <a:ext cx="2203704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53728" y="434340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primaria
</a:t>
            </a: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id_prestamo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datos — Sistema de biblioteca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AF3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2 — Relaciones y cardinalidades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AF3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D85A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7373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 — REALIZA →  PRESTAMO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1031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socio puede realizar muchos préstamos, pero cada préstamo pertenece a un solo socio.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AF3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0040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D85A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004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: 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31546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PRESTAMO  — INCLUYE →  LIBRO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35204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libro puede aparecer en muchos préstamos distintos, pero cada préstamo incluye un solo libro.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AF3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6177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D85A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6177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: 1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5720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 — ESCRIBE →  AUTOR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49377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autor puede tener muchos libros en el catálogo, pero (en este modelo) cada libro tiene un solo autor.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datos — Sistema de biblioteca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entidad-relación (notación de Chen)</a:t>
            </a:r>
            <a:endParaRPr lang="en-US" sz="2400" dirty="0"/>
          </a:p>
        </p:txBody>
      </p:sp>
      <p:pic>
        <p:nvPicPr>
          <p:cNvPr id="4" name="Image 0" descr="/home/claude/er_diagram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084" y="1234440"/>
            <a:ext cx="7402784" cy="5257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datos — Sistema de biblioteca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9728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modelo a las tablas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diagrama es el paso previo al diseño físico de la base de datos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28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entidad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convierte en una tabla (SOCIO, LIBRO, AUTOR, PRESTAMO).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06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atributo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convierte en una columna de esa tabla.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832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relación 1:N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resuelve agregando la clave foránea del lado “1” en la tabla del lado “N”.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434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PRESTAMO queda con id_prestamo (PK), id_socio (FK), id_libro (FK), fecha_prestamo y fecha_devolucion.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datos — Sistema de biblioteca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2026-08-29T11:45:28Z</dcterms:created>
  <dcterms:modified xsi:type="dcterms:W3CDTF">2026-08-29T11:45:28Z</dcterms:modified>
</cp:coreProperties>
</file>